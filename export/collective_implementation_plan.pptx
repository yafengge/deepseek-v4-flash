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6629400" cy="3566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C00000"/>
                </a:solidFill>
                <a:latin typeface="Microsoft YaHei"/>
              </a:rPr>
              <a:t>集合通信实现方案（逐算子）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57784"/>
            <a:ext cx="8641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55555"/>
                </a:solidFill>
                <a:latin typeface="Microsoft YaHei"/>
              </a:rPr>
              <a:t>设计目标：Broadcast 由 NoC multicast descriptor 支持；其余通信由 Core kernel 完成数据搬运后的拼接或求和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228600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Arial"/>
              </a:rPr>
              <a:t>NoC 传输 / Core 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603504"/>
            <a:ext cx="431596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Consolas"/>
              </a:rPr>
              <a:t>主路径：P2P / multicast + local kernel + event/fence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78992"/>
            <a:ext cx="1207008" cy="420624"/>
          </a:xfrm>
          <a:prstGeom prst="rect">
            <a:avLst/>
          </a:prstGeom>
          <a:solidFill>
            <a:srgbClr val="EAF2F5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1556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Microsoft YaHei"/>
              </a:rPr>
              <a:t>集合通信 / OP</a:t>
            </a:r>
          </a:p>
        </p:txBody>
      </p:sp>
      <p:sp>
        <p:nvSpPr>
          <p:cNvPr id="8" name="Rectangle 7"/>
          <p:cNvSpPr/>
          <p:nvPr/>
        </p:nvSpPr>
        <p:spPr>
          <a:xfrm>
            <a:off x="1591056" y="1078992"/>
            <a:ext cx="2231136" cy="420624"/>
          </a:xfrm>
          <a:prstGeom prst="rect">
            <a:avLst/>
          </a:prstGeom>
          <a:solidFill>
            <a:srgbClr val="EAF2F5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115568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Microsoft YaHei"/>
              </a:rPr>
              <a:t>推荐路径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22191" y="1078992"/>
            <a:ext cx="2176272" cy="420624"/>
          </a:xfrm>
          <a:prstGeom prst="rect">
            <a:avLst/>
          </a:prstGeom>
          <a:solidFill>
            <a:srgbClr val="EAF2F5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5" y="1115568"/>
            <a:ext cx="2066543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Microsoft YaHei"/>
              </a:rPr>
              <a:t>Core kernel / 计算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464" y="1078992"/>
            <a:ext cx="2350008" cy="420624"/>
          </a:xfrm>
          <a:prstGeom prst="rect">
            <a:avLst/>
          </a:prstGeom>
          <a:solidFill>
            <a:srgbClr val="EAF2F5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7" y="1115568"/>
            <a:ext cx="2240279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Microsoft YaHei"/>
              </a:rPr>
              <a:t>搬运 / NoC 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48471" y="1078992"/>
            <a:ext cx="1664208" cy="420624"/>
          </a:xfrm>
          <a:prstGeom prst="rect">
            <a:avLst/>
          </a:prstGeom>
          <a:solidFill>
            <a:srgbClr val="EAF2F5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11556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Microsoft YaHei"/>
              </a:rPr>
              <a:t>缓存与同步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1078992"/>
            <a:ext cx="1792224" cy="420624"/>
          </a:xfrm>
          <a:prstGeom prst="rect">
            <a:avLst/>
          </a:prstGeom>
          <a:solidFill>
            <a:srgbClr val="EAF2F5"/>
          </a:solidFill>
          <a:ln w="1143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67544" y="1115568"/>
            <a:ext cx="1682495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Microsoft YaHei"/>
              </a:rPr>
              <a:t>代价 / 备注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499616"/>
            <a:ext cx="1207008" cy="768096"/>
          </a:xfrm>
          <a:prstGeom prst="rect">
            <a:avLst/>
          </a:prstGeom>
          <a:solidFill>
            <a:srgbClr val="FFFFFF"/>
          </a:solidFill>
          <a:ln w="1778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1499616"/>
            <a:ext cx="73152" cy="768096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645919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Arial"/>
              </a:rPr>
              <a:t>Broadcast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1947672"/>
            <a:ext cx="9875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55555"/>
                </a:solidFill>
                <a:latin typeface="Microsoft YaHei"/>
              </a:rPr>
              <a:t>广播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1499616"/>
            <a:ext cx="2231136" cy="768096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1572768"/>
            <a:ext cx="20482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NoC multicast descriptor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1819655"/>
            <a:ext cx="204825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1 个 BCAST；源端只读 1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22191" y="1499616"/>
            <a:ext cx="2176272" cy="768096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1572768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不做数值归约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1819655"/>
            <a:ext cx="1993391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各 Core 直接消费本地 B_i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98464" y="1499616"/>
            <a:ext cx="2350008" cy="768096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1572768"/>
            <a:ext cx="216712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multicast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1819655"/>
            <a:ext cx="2167127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Consolas"/>
              </a:rPr>
              <a:t>NoC 在分支复制 packet/flit；目标写本地 SRAM/DRAM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48471" y="1499616"/>
            <a:ext cx="1664208" cy="768096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199" y="1572768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completion bitmap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199" y="1819655"/>
            <a:ext cx="148132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fence + sync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1499616"/>
            <a:ext cx="1792224" cy="768096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2407" y="1572768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面积低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2407" y="1819655"/>
            <a:ext cx="1609344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需组播；无需 Reduce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2267712"/>
            <a:ext cx="1207008" cy="832104"/>
          </a:xfrm>
          <a:prstGeom prst="rect">
            <a:avLst/>
          </a:prstGeom>
          <a:solidFill>
            <a:srgbClr val="FFFFFF"/>
          </a:solidFill>
          <a:ln w="1778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2267712"/>
            <a:ext cx="73152" cy="832104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2414016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Arial"/>
              </a:rPr>
              <a:t>AllGather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2715768"/>
            <a:ext cx="9875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55555"/>
                </a:solidFill>
                <a:latin typeface="Microsoft YaHei"/>
              </a:rPr>
              <a:t>全收集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91056" y="2267712"/>
            <a:ext cx="2231136" cy="832104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00784" y="2340864"/>
            <a:ext cx="20482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Core kernel + remote SRAM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0784" y="2587752"/>
            <a:ext cx="2048255" cy="4480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Consolas"/>
              </a:rPr>
              <a:t>remote DRAM copy = 容量兜底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22191" y="2267712"/>
            <a:ext cx="2176272" cy="832104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0" y="2340864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放置本地分片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2587752"/>
            <a:ext cx="1993391" cy="4480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Y_i[i] ← X_i；只拼接，不相加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98464" y="2267712"/>
            <a:ext cx="2350008" cy="832104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8192" y="2340864"/>
            <a:ext cx="216712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P2P remote copy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2587752"/>
            <a:ext cx="2167127" cy="4480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Consolas"/>
              </a:rPr>
              <a:t>每个 X_i 写入其他 Core 的 slot；优先 remote SRAM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48471" y="2267712"/>
            <a:ext cx="1664208" cy="832104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199" y="2340864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slot ready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199" y="2587752"/>
            <a:ext cx="1481328" cy="4480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fence + sync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12680" y="2267712"/>
            <a:ext cx="1792224" cy="832104"/>
          </a:xfrm>
          <a:prstGeom prst="rect">
            <a:avLst/>
          </a:prstGeom>
          <a:solidFill>
            <a:srgbClr val="F3F3F3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7" y="2340864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实现简单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22407" y="2587752"/>
            <a:ext cx="1609344" cy="4480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SRAM 不足时落 DRAM；通信约为 (P−1)S/P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" y="3099816"/>
            <a:ext cx="1207008" cy="896112"/>
          </a:xfrm>
          <a:prstGeom prst="rect">
            <a:avLst/>
          </a:prstGeom>
          <a:solidFill>
            <a:srgbClr val="FFFFFF"/>
          </a:solidFill>
          <a:ln w="1778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4048" y="3099816"/>
            <a:ext cx="73152" cy="896112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3246120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Arial"/>
              </a:rPr>
              <a:t>Reduce-Scatter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2064" y="3547872"/>
            <a:ext cx="987552" cy="3749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55555"/>
                </a:solidFill>
                <a:latin typeface="Microsoft YaHei"/>
              </a:rPr>
              <a:t>规约分发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91056" y="3099816"/>
            <a:ext cx="223113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00784" y="3172968"/>
            <a:ext cx="20482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Core kernel + vector stream-in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00784" y="3419856"/>
            <a:ext cx="2048255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P2P / Ring；按 chunk 流水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22191" y="3099816"/>
            <a:ext cx="217627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31920" y="3172968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本地向量加法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31920" y="3419856"/>
            <a:ext cx="1993391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A_i[c] += RX[c]；Core vector 逐 chunk 累加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98464" y="3099816"/>
            <a:ext cx="2350008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08192" y="3172968"/>
            <a:ext cx="216712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NoC → Rx FIFO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08192" y="3419856"/>
            <a:ext cx="2167127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不落远程 DRAM；双缓冲 + credit/backpressure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48471" y="3099816"/>
            <a:ext cx="1664208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199" y="3172968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ready / consumed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199" y="3419856"/>
            <a:ext cx="1481328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chunk_id + step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12680" y="3099816"/>
            <a:ext cx="179222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22407" y="3172968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无 Reduce Engine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22407" y="3419856"/>
            <a:ext cx="1609344" cy="5120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占用 Core vector 与本地 SRAM 带宽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4048" y="3995928"/>
            <a:ext cx="1207008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4048" y="3995928"/>
            <a:ext cx="73152" cy="960120"/>
          </a:xfrm>
          <a:prstGeom prst="rect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4142232"/>
            <a:ext cx="9692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11111"/>
                </a:solidFill>
                <a:latin typeface="Arial"/>
              </a:rPr>
              <a:t>AllReduce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" y="4443984"/>
            <a:ext cx="98755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55555"/>
                </a:solidFill>
                <a:latin typeface="Microsoft YaHei"/>
              </a:rPr>
              <a:t>全规约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91056" y="3995928"/>
            <a:ext cx="223113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00784" y="4069080"/>
            <a:ext cx="204825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RS + AG 组合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00784" y="4315968"/>
            <a:ext cx="2048255" cy="5760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Consolas"/>
              </a:rPr>
              <a:t>RS: vector stream-in；AG: remote SRAM copy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22191" y="3995928"/>
            <a:ext cx="21762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31920" y="4069080"/>
            <a:ext cx="1993391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两阶段 kernel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31920" y="4315968"/>
            <a:ext cx="1993391" cy="5760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先 chunk add，再交换归约后的 chunk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98464" y="3995928"/>
            <a:ext cx="23500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08192" y="4069080"/>
            <a:ext cx="216712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P2P + remote copy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08192" y="4315968"/>
            <a:ext cx="2167127" cy="5760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先规约分片，再全收集；不在 Router 求和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8471" y="3995928"/>
            <a:ext cx="166420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58199" y="4069080"/>
            <a:ext cx="148132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phase fence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58199" y="4315968"/>
            <a:ext cx="1481328" cy="5760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Microsoft YaHei"/>
              </a:rPr>
              <a:t>completion counter + final sync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12680" y="3995928"/>
            <a:ext cx="1792224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122407" y="4069080"/>
            <a:ext cx="160934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Microsoft YaHei"/>
              </a:rPr>
              <a:t>硬件省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22407" y="4315968"/>
            <a:ext cx="1609344" cy="5760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111111"/>
                </a:solidFill>
                <a:latin typeface="Consolas"/>
              </a:rPr>
              <a:t>Core/NoC 流量与总延迟高于原生归约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048" y="4956048"/>
            <a:ext cx="11420856" cy="16459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1480" y="5102352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55555"/>
                </a:solidFill>
                <a:latin typeface="Microsoft YaHei"/>
              </a:rPr>
              <a:t>实现边界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89888" y="5102352"/>
            <a:ext cx="1031443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11111"/>
                </a:solidFill>
                <a:latin typeface="Microsoft YaHei"/>
              </a:rPr>
              <a:t>NoC 原生 collective：仅保留 BCAST；Core-assisted collective：NoC 负责 P2P/组播传输，Core 负责 kernel、vector add 和 accumulator。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1480" y="5504688"/>
            <a:ext cx="5559552" cy="832104"/>
          </a:xfrm>
          <a:prstGeom prst="rect">
            <a:avLst/>
          </a:prstGeom>
          <a:solidFill>
            <a:srgbClr val="F3F3F3"/>
          </a:solidFill>
          <a:ln w="1270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" y="5577840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E72B6"/>
                </a:solidFill>
                <a:latin typeface="Microsoft YaHei"/>
              </a:rPr>
              <a:t>路径选择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9496" y="5815583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11111"/>
                </a:solidFill>
                <a:latin typeface="Microsoft YaHei"/>
              </a:rPr>
              <a:t>性能倾向：remote vector stream-in &gt; remote SRAM copy &gt; remote DRAM copy</a:t>
            </a:r>
            <a:br/>
            <a:r>
              <a:rPr sz="730" b="0">
                <a:solidFill>
                  <a:srgbClr val="111111"/>
                </a:solidFill>
                <a:latin typeface="Microsoft YaHei"/>
              </a:rPr>
              <a:t>前提：Core vector 空闲，且本地 SRAM 带宽能够承接流入数据。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99632" y="5504688"/>
            <a:ext cx="5577840" cy="832104"/>
          </a:xfrm>
          <a:prstGeom prst="rect">
            <a:avLst/>
          </a:prstGeom>
          <a:solidFill>
            <a:srgbClr val="F3F3F3"/>
          </a:solidFill>
          <a:ln w="1270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27648" y="5577840"/>
            <a:ext cx="53218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23855F"/>
                </a:solidFill>
                <a:latin typeface="Microsoft YaHei"/>
              </a:rPr>
              <a:t>最小硬件接口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27648" y="5815583"/>
            <a:ext cx="532180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11111"/>
                </a:solidFill>
                <a:latin typeface="Microsoft YaHei"/>
              </a:rPr>
              <a:t>NoC：P2P + multicast + FIFO/credit + event；Core：kernel + vector add + accumulator</a:t>
            </a:r>
            <a:br/>
            <a:r>
              <a:rPr sz="730" b="0">
                <a:solidFill>
                  <a:srgbClr val="111111"/>
                </a:solidFill>
                <a:latin typeface="Microsoft YaHei"/>
              </a:rPr>
              <a:t>同步：ready/consumed + completion + fence；Broadcast 不需要 Reduce Engine。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集合通信逐算子实现方案</dc:title>
  <dc:subject>Broadcast via NoC multicast and Core-assisted collective communication paths</dc:subject>
  <dc:creator>DeepSeek-V4 Flash repository</dc:creator>
  <cp:keywords/>
  <dc:description>Editable one-slide implementation plan for Broadcast, AllGather, Reduce-Scatter and AllReduce.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
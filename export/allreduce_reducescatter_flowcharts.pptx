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996696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Microsoft YaHei"/>
              </a:rPr>
              <a:t>8 核 AllReduce（不分片）流程图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557784"/>
            <a:ext cx="10378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55555"/>
                </a:solidFill>
                <a:latin typeface="Microsoft YaHei"/>
              </a:rPr>
              <a:t>每个 core 持有完整 tensor；先通过远程写收齐 8 份，再在目标 core 本地逐元素求和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28600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Consolas"/>
              </a:rPr>
              <a:t>1 / 2</a:t>
            </a:r>
          </a:p>
        </p:txBody>
      </p:sp>
      <p:sp>
        <p:nvSpPr>
          <p:cNvPr id="5" name="Oval 4"/>
          <p:cNvSpPr/>
          <p:nvPr/>
        </p:nvSpPr>
        <p:spPr>
          <a:xfrm>
            <a:off x="1426464" y="868680"/>
            <a:ext cx="5230368" cy="484632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36192" y="932688"/>
            <a:ext cx="5010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124712"/>
            <a:ext cx="497433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Core_0 … Core_7 同时启动 AllReduce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3730752" y="1417320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3730752" y="2084831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3730752" y="275234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3730752" y="348386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730752" y="4133087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3730752" y="4782312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730752" y="5431536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3730752" y="608990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432" y="1591056"/>
            <a:ext cx="5687568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1627632"/>
            <a:ext cx="54681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每个 Core 准备完整输入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47088"/>
            <a:ext cx="54681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Consolas"/>
              </a:rPr>
              <a:t>X_i  [S]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258568"/>
            <a:ext cx="6236208" cy="448056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295144"/>
            <a:ext cx="601675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为 8 份输入预留本地接收槽位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514600"/>
            <a:ext cx="60167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Consolas"/>
              </a:rPr>
              <a:t>A_i[0:8]  ·  每槽 S bytes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926080"/>
            <a:ext cx="5285232" cy="448056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2962656"/>
            <a:ext cx="5065776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放置本地副本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182112"/>
            <a:ext cx="506577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Consolas"/>
              </a:rPr>
              <a:t>A_i[i]  ←  X_i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57600"/>
            <a:ext cx="6711696" cy="55778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94176"/>
            <a:ext cx="64922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Microsoft YaHei"/>
              </a:rPr>
              <a:t>远程写入其他 7 个核心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913632"/>
            <a:ext cx="6492240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11111"/>
                </a:solidFill>
                <a:latin typeface="Consolas"/>
              </a:rPr>
              <a:t>remote_write(X_i  →  A_j[i], S)   ·   j ≠ 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4306824"/>
            <a:ext cx="4956048" cy="4297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19" y="4343400"/>
            <a:ext cx="473659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本核写入顺序栅栏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4562856"/>
            <a:ext cx="4736592" cy="1371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Consolas"/>
              </a:rPr>
              <a:t>fence core_i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8448" y="4956048"/>
            <a:ext cx="5431536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08176" y="4992624"/>
            <a:ext cx="52120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8 核集合同步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5212080"/>
            <a:ext cx="521208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11111"/>
                </a:solidFill>
                <a:latin typeface="Consolas"/>
              </a:rPr>
              <a:t>sync(core_0, …, core_7)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5605272"/>
            <a:ext cx="6272784" cy="48463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641848"/>
            <a:ext cx="60533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111111"/>
                </a:solidFill>
                <a:latin typeface="Microsoft YaHei"/>
              </a:rPr>
              <a:t>目标核本地逐元素归约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861304"/>
            <a:ext cx="6053328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Consolas"/>
              </a:rPr>
              <a:t>Y_i  =  Σ_{k=0}^{7} A_i[k]   [S]</a:t>
            </a:r>
          </a:p>
        </p:txBody>
      </p:sp>
      <p:sp>
        <p:nvSpPr>
          <p:cNvPr id="37" name="Oval 36"/>
          <p:cNvSpPr/>
          <p:nvPr/>
        </p:nvSpPr>
        <p:spPr>
          <a:xfrm>
            <a:off x="1682496" y="6272784"/>
            <a:ext cx="4773168" cy="3657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92224" y="6336792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结束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6528816"/>
            <a:ext cx="4517136" cy="548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每个 Core 得到相同的完整 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18704" y="841248"/>
            <a:ext cx="3694176" cy="5824728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3" y="1024128"/>
            <a:ext cx="3328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Microsoft YaHei"/>
              </a:rPr>
              <a:t>符号说明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3" y="1389888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11111"/>
                </a:solidFill>
                <a:latin typeface="Consolas"/>
              </a:rPr>
              <a:t>8 个核心：core_0 … core_7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3" y="1773936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1773936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当前 / 源 Core 编号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3" y="2121408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121408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目标 Core 编号，j ≠ 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1583" y="2468879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2468879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完整 tensor 的字节数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1583" y="2816351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X_i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816351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Core_i 持有的完整输入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3" y="3163823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A_j[i]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163823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Core_j 为源 i 预留的完整 tensor 槽位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3511295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Y_i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511295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Core_i 的完整 AllReduce 输出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1583" y="3886200"/>
            <a:ext cx="3328416" cy="109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1583" y="4059935"/>
            <a:ext cx="3328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Microsoft YaHei"/>
              </a:rPr>
              <a:t>不分片：一次 remote_write 搬运完整 S bytes。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1583" y="4562855"/>
            <a:ext cx="3328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Microsoft YaHei"/>
              </a:rPr>
              <a:t>远程写只写独立槽位；sync 后由目标 core 本地求和。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675120"/>
            <a:ext cx="1104595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55555"/>
                </a:solidFill>
                <a:latin typeface="Microsoft YaHei"/>
              </a:rPr>
              <a:t>AllReduce = 收齐完整输入副本 + 本地逐元素求和；本页未使用 Reduce-Scatter 分片。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996696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Microsoft YaHei"/>
              </a:rPr>
              <a:t>8 核 Reduce-Scatter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557784"/>
            <a:ext cx="10378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55555"/>
                </a:solidFill>
                <a:latin typeface="Microsoft YaHei"/>
              </a:rPr>
              <a:t>每个 core 持有完整 tensor；按目标 core 切成 8 片，归约后每个 core 只保留自己的结果片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28600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Consolas"/>
              </a:rPr>
              <a:t>2 / 2</a:t>
            </a:r>
          </a:p>
        </p:txBody>
      </p:sp>
      <p:sp>
        <p:nvSpPr>
          <p:cNvPr id="5" name="Oval 4"/>
          <p:cNvSpPr/>
          <p:nvPr/>
        </p:nvSpPr>
        <p:spPr>
          <a:xfrm>
            <a:off x="1426464" y="868680"/>
            <a:ext cx="5230368" cy="484632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36192" y="932688"/>
            <a:ext cx="5010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124712"/>
            <a:ext cx="497433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Core_0 … Core_7 同时启动 Reduce-Scatter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3730752" y="1417320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3730752" y="2084831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3730752" y="275234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3730752" y="348386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730752" y="4133087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3730752" y="4782312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730752" y="5431536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3730752" y="608990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432" y="1591056"/>
            <a:ext cx="5687568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1627632"/>
            <a:ext cx="54681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每个 Core 准备完整输入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47088"/>
            <a:ext cx="54681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Consolas"/>
              </a:rPr>
              <a:t>X_i  [S]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258568"/>
            <a:ext cx="6236208" cy="448056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295144"/>
            <a:ext cx="601675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按目标 Core 切成 8 个分片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514600"/>
            <a:ext cx="60167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Consolas"/>
              </a:rPr>
              <a:t>X_i[0:8]  ·  C = S /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16736" y="2926080"/>
            <a:ext cx="5394960" cy="448056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6464" y="2962656"/>
            <a:ext cx="517550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准备本地归约槽位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3182112"/>
            <a:ext cx="5175504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111111"/>
                </a:solidFill>
                <a:latin typeface="Consolas"/>
              </a:rPr>
              <a:t>A_i[0:8]  ·  每槽 C bytes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657600"/>
            <a:ext cx="6839712" cy="55778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694176"/>
            <a:ext cx="6620256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把第 j 片写到 Core_j 的对应槽位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913632"/>
            <a:ext cx="662025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11111"/>
                </a:solidFill>
                <a:latin typeface="Consolas"/>
              </a:rPr>
              <a:t>A_j[i]  ←  X_i[j]   ·   j=i 本地放置，j≠i remote_write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4306824"/>
            <a:ext cx="4956048" cy="4297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19" y="4343400"/>
            <a:ext cx="473659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本核写入顺序栅栏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4562856"/>
            <a:ext cx="4736592" cy="1371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Consolas"/>
              </a:rPr>
              <a:t>fence core_i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8448" y="4956048"/>
            <a:ext cx="5431536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08176" y="4992624"/>
            <a:ext cx="52120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8 核集合同步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5212080"/>
            <a:ext cx="521208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11111"/>
                </a:solidFill>
                <a:latin typeface="Consolas"/>
              </a:rPr>
              <a:t>sync(core_0, …, core_7)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605272"/>
            <a:ext cx="6382512" cy="48463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641848"/>
            <a:ext cx="6163056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Core_i 本地归约并保留第 i 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861304"/>
            <a:ext cx="6163056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Consolas"/>
              </a:rPr>
              <a:t>Y_i  =  Σ_{k=0}^{7} A_i[k]   [C]</a:t>
            </a:r>
          </a:p>
        </p:txBody>
      </p:sp>
      <p:sp>
        <p:nvSpPr>
          <p:cNvPr id="37" name="Oval 36"/>
          <p:cNvSpPr/>
          <p:nvPr/>
        </p:nvSpPr>
        <p:spPr>
          <a:xfrm>
            <a:off x="1481328" y="6272784"/>
            <a:ext cx="5193792" cy="3657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91056" y="6336792"/>
            <a:ext cx="49743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111"/>
                </a:solidFill>
                <a:latin typeface="Microsoft YaHei"/>
              </a:rPr>
              <a:t>结束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9344" y="6528816"/>
            <a:ext cx="4937759" cy="548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Core_i 持有第 i 个 reduced chunk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18704" y="841248"/>
            <a:ext cx="3694176" cy="5824728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3" y="1024128"/>
            <a:ext cx="3328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Microsoft YaHei"/>
              </a:rPr>
              <a:t>符号说明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3" y="1389888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11111"/>
                </a:solidFill>
                <a:latin typeface="Consolas"/>
              </a:rPr>
              <a:t>8 个核心：core_0 … core_7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3" y="1773936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1773936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源 / 当前 Core 编号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3" y="2121408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121408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结果 chunk 的目标 Core 编号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1583" y="2468879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2468879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完整 tensor 的字节数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1583" y="2816351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11111"/>
                </a:solidFill>
                <a:latin typeface="Consolas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816351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一个 chunk 的字节数，C=S/8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3" y="3163823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X_i[j]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163823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Core_i 的第 j 个输入分片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3511295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A_j[i]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511295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Core_j 中源 i 的接收槽位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3858768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Consolas"/>
              </a:rPr>
              <a:t>Y_j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3858768"/>
            <a:ext cx="23042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Core_j 最终拥有的第 j 个结果片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01583" y="4233672"/>
            <a:ext cx="3328416" cy="109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01583" y="4407407"/>
            <a:ext cx="3328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Microsoft YaHei"/>
              </a:rPr>
              <a:t>Reduce-Scatter：先对同一 chunk 求和，再把结果分散给唯一 owner。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1583" y="4910327"/>
            <a:ext cx="3328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Microsoft YaHei"/>
              </a:rPr>
              <a:t>结束后每个 core 只有 1 片；需要 AllGather 才能恢复完整 tensor。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675120"/>
            <a:ext cx="1104595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55555"/>
                </a:solidFill>
                <a:latin typeface="Microsoft YaHei"/>
              </a:rPr>
              <a:t>Reduce-Scatter = 分片 + 目标核本地归约；输出是分布式的 8 个 reduced chunks。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核 AllReduce 与 Reduce-Scatter 流程图</dc:title>
  <dc:subject>Remote-write implementation flowcharts for AllReduce and Reduce-Scatter</dc:subject>
  <dc:creator>DeepSeek-V4 Flash repository</dc:creator>
  <cp:keywords/>
  <dc:description>Two editable black-and-white flowchart slides with start/end ellipses and symbol definitions.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